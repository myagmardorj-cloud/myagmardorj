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877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80160" y="640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Nexcore Platforms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Монголын анхны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Бүх нэг бүхний</a:t>
            </a:r>
            <a:endParaRPr lang="en-US" sz="7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ажлын платформ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 Workplace 2026.05.31-нд хаагдаж буй 30,000+ компанид зориулсан Монгол шийдэл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Pitch Deck ·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6126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nexcoreplatforms.mn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87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Асуудал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Workplace хаагдана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30,000+ компани шинэ платформ хайж байна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383280"/>
            <a:ext cx="457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520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7M+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Алдаж буй хэрэглэгч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31089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383280"/>
            <a:ext cx="457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3520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30,000+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572000" y="4617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Шилжих хэрэгтэй компани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31089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3383280"/>
            <a:ext cx="457200" cy="54864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3520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хоног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321040" y="4617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Эцсийн өдөр хүртэл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"Бид Workvivo (Zoom) санал болгож байна" — Meta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87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Шийдэл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Nexcore Platforms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Бүх ажлын хэрэгсэл нэг газарт. Монгол хэлээр.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Feed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3730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87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Бэлэн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301752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5196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51960" y="3730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Бэлэн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301752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📹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9516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уулзалт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3730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Бэлэн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61120" y="301752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73836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Имэйл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38360" y="3730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Бэлэн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457200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4937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Сургалт LMS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5285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Бэлэн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457200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251960" y="4937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51960" y="5285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C4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Бэлэн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457200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95160" y="4937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туслах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5285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Бэлэн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961120" y="457200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🗓️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738360" y="4937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738360" y="5285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Бэлэн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Бүгд нэг subdomain дотор. Multi-tenant. Мобайл &amp; веб.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87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Зах зээл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Дэлхий + Монгол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20440" cy="3200400"/>
          </a:xfrm>
          <a:prstGeom prst="roundRect">
            <a:avLst>
              <a:gd name="adj" fmla="val 4286"/>
            </a:avLst>
          </a:prstGeom>
          <a:solidFill>
            <a:srgbClr val="1877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$50B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Дэлхийн B2B SaaS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2194560"/>
            <a:ext cx="3520440" cy="3200400"/>
          </a:xfrm>
          <a:prstGeom prst="roundRect">
            <a:avLst>
              <a:gd name="adj" fmla="val 4286"/>
            </a:avLst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8346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$8B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70916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Workplace alt-нд орох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4937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 хаагдсаны дараа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2194560"/>
            <a:ext cx="3520440" cy="3200400"/>
          </a:xfrm>
          <a:prstGeom prst="roundRect">
            <a:avLst>
              <a:gd name="adj" fmla="val 4286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0" y="28346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859536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Монгол + Төв Ази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0" y="4937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жилд хүрэх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🇲🇳 Монголын тал: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200,000+ компани · 1.5M ажилчин · </a:t>
            </a:r>
            <a:pPr indent="0" marL="0">
              <a:buNone/>
            </a:pPr>
            <a:r>
              <a:rPr lang="en-US" sz="1400" i="1" dirty="0">
                <a:solidFill>
                  <a:srgbClr val="187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Дундаж B2B SaaS зардал хоосон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Бүтээгдэхүүн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Дэлхийн хэмжээний UX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41148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31720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33172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233172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walmart.nexcoreplatforms.mn/apps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292608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154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News Feed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0" y="292608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3154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Чат + AI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0" y="292608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3154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 Видео уулзалт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40233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Сургалт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0" y="40233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Имэйл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32320" y="40233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Документ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58400" y="292608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877F2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3154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AI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058400" y="402336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0" y="4251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Loop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demo: workplace-com.vercel.app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87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Өрсөлдөгчид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Nexcore яагаад илүү дээр?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320040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49040" y="2011680"/>
            <a:ext cx="1783080" cy="640080"/>
          </a:xfrm>
          <a:prstGeom prst="rect">
            <a:avLst/>
          </a:prstGeom>
          <a:solidFill>
            <a:srgbClr val="1877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2011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Nexcore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32120" y="2011680"/>
            <a:ext cx="155448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3212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86600" y="2011680"/>
            <a:ext cx="155448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41080" y="2011680"/>
            <a:ext cx="155448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195560" y="2011680"/>
            <a:ext cx="155448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9556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3200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Бүх нэг бүхний платформ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49040" y="2651760"/>
            <a:ext cx="17830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32120" y="2651760"/>
            <a:ext cx="1554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2651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86600" y="2651760"/>
            <a:ext cx="1554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2651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41080" y="2651760"/>
            <a:ext cx="1554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2651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195560" y="2651760"/>
            <a:ext cx="1554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95560" y="2651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3154680"/>
            <a:ext cx="320040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Видео + Чат + News Feed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3154680"/>
            <a:ext cx="178308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3154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532120" y="3154680"/>
            <a:ext cx="155448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086600" y="3154680"/>
            <a:ext cx="155448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8660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641080" y="3154680"/>
            <a:ext cx="155448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4108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195560" y="3154680"/>
            <a:ext cx="155448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9556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48640" y="3657600"/>
            <a:ext cx="3200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туслах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749040" y="3657600"/>
            <a:ext cx="17830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0" y="3657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532120" y="3657600"/>
            <a:ext cx="1554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2120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086600" y="3657600"/>
            <a:ext cx="1554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86600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641080" y="3657600"/>
            <a:ext cx="1554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41080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0195560" y="3657600"/>
            <a:ext cx="1554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195560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48640" y="4160520"/>
            <a:ext cx="320040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 Workplace migration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749040" y="4160520"/>
            <a:ext cx="178308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49040" y="4160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532120" y="4160520"/>
            <a:ext cx="155448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32120" y="4160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7086600" y="4160520"/>
            <a:ext cx="155448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86600" y="4160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641080" y="4160520"/>
            <a:ext cx="155448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41080" y="4160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10195560" y="4160520"/>
            <a:ext cx="155448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195560" y="4160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48640" y="4663440"/>
            <a:ext cx="3200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4663440"/>
            <a:ext cx="3200400" cy="502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Монгол хэл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749040" y="4663440"/>
            <a:ext cx="17830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749040" y="46634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5532120" y="4663440"/>
            <a:ext cx="1554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32120" y="4663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7086600" y="4663440"/>
            <a:ext cx="1554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86600" y="4663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8641080" y="4663440"/>
            <a:ext cx="1554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41080" y="4663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10195560" y="4663440"/>
            <a:ext cx="1554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195560" y="4663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548640" y="5166360"/>
            <a:ext cx="320040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" y="5166360"/>
            <a:ext cx="3200400" cy="502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Үнэ (хэрэглэгч/сар)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749040" y="5166360"/>
            <a:ext cx="178308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749040" y="5166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7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9,900₮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5532120" y="5166360"/>
            <a:ext cx="155448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532120" y="5166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7086600" y="5166360"/>
            <a:ext cx="155448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86600" y="5166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21,600₮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8641080" y="5166360"/>
            <a:ext cx="155448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641080" y="5166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14,400₮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10195560" y="5166360"/>
            <a:ext cx="1554480" cy="502920"/>
          </a:xfrm>
          <a:prstGeom prst="rect">
            <a:avLst/>
          </a:prstGeom>
          <a:solidFill>
            <a:srgbClr val="FA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195560" y="5166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23,400₮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⚠️ Meta Workplace 2026.05.31-нд хаагдана — энэ нь манай боломж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87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Бизнесийн загвар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түвшинт SaaS субскрипшн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97480" cy="393192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Микро бизнес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Үнэгүй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хүртэл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2148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2103120"/>
            <a:ext cx="2697480" cy="393192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1188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Жижиг (10-50)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9,900₮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1188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/хэрэглэгч/сар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11880" y="4572000"/>
            <a:ext cx="2148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103120"/>
            <a:ext cx="2697480" cy="3931920"/>
          </a:xfrm>
          <a:prstGeom prst="roundRect">
            <a:avLst>
              <a:gd name="adj" fmla="val 5085"/>
            </a:avLst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1965960"/>
            <a:ext cx="196596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ХАМГИЙН АЛДАРТАЙ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Дунд (50-500)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28,800₮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0080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/хэрэглэгч/сар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4572000"/>
            <a:ext cx="21488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2103120"/>
            <a:ext cx="2697480" cy="393192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8972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Том (500+)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8972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Тусгай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918972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гэрээгээр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89720" y="4572000"/>
            <a:ext cx="2148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3 жилийн төсөөлөл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Жил 1: 50 компани · 100M₮  ·  Жил 2: 300 компани · 800M₮  ·  Жил 3: 1,000 компани · 3B₮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87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сарын төлөвлөгөө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188720" y="3657600"/>
            <a:ext cx="100584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3383280"/>
            <a:ext cx="548640" cy="54864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Q1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Прототайп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UI бэлэн, demo идэхтэй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3383280"/>
            <a:ext cx="548640" cy="548640"/>
          </a:xfrm>
          <a:prstGeom prst="ellipse">
            <a:avLst/>
          </a:prstGeom>
          <a:solidFill>
            <a:srgbClr val="1877F2"/>
          </a:solidFill>
          <a:ln w="38100">
            <a:solidFill>
              <a:srgbClr val="187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87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Q2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7180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MVP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71800" y="4114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Database, Auth, бодит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3383280"/>
            <a:ext cx="548640" cy="5486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Q3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4114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Монгол компани pilot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92440" y="3383280"/>
            <a:ext cx="548640" cy="5486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Q4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5236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52360" y="4114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Marketing campaign, sales team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332720" y="3383280"/>
            <a:ext cx="548640" cy="5486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Q1 2027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9264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92640" y="4114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$2M raise, scale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8640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623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22960" y="6126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Beta компани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66160" y="5623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566160" y="6126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launch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5623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100M₮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09360" y="6126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Жил 1-ийн ARR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52560" y="5623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3B₮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052560" y="6126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Жил 3-ийн ARR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87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Баг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20440" cy="41148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468880"/>
            <a:ext cx="1417320" cy="1417320"/>
          </a:xfrm>
          <a:prstGeom prst="ellipse">
            <a:avLst/>
          </a:prstGeom>
          <a:solidFill>
            <a:srgbClr val="1877F2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46888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БМ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Б. Мягмардорж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187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CEO &amp; Founder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10+ жил Монголын IT салбарт. Бүтээгдэхүүний стратеги, бизнесийн хөгжил.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2194560"/>
            <a:ext cx="3520440" cy="41148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2468880"/>
            <a:ext cx="1417320" cy="14173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246888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[х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0916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[Co-founder хайж байна]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49377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Backend архитект. PostgreSQL, Node.js, AWS.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2194560"/>
            <a:ext cx="3520440" cy="41148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2468880"/>
            <a:ext cx="1417320" cy="1417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9372600" y="246888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[х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59536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[Co-founder хайж байна]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9536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Head of Sales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49377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B2B SaaS sales туршлагатай. Энтерпрайз клиент.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✨ Advisory board: Монголын IT компанийн CEO нар, Meta Workplace alumni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Хүсэлт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Seed раунд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сарын runway, public launch хүртэл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Хөгжүүлэлт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backend + 1 mobile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0" y="3246120"/>
            <a:ext cx="548640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0" y="324612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1877F2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9848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 team, ads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0" y="4023360"/>
            <a:ext cx="548640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0" y="402336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A855F7"/>
          </a:solidFill>
          <a:ln/>
        </p:spPr>
      </p:sp>
      <p:sp>
        <p:nvSpPr>
          <p:cNvPr id="15" name="Text 13"/>
          <p:cNvSpPr/>
          <p:nvPr/>
        </p:nvSpPr>
        <p:spPr>
          <a:xfrm>
            <a:off x="9784080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98480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Үйл ажиллагаа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AWS, tools, legal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0" y="4800600"/>
            <a:ext cx="548640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0" y="480060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78408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98480" y="4709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5440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5806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Buffer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0" y="5577840"/>
            <a:ext cx="548640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0" y="557784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9784080" y="5486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698480" y="5486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Хамтран ажиллах сонирхолтой бол: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hello@nexcoreplatforms.mn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Баярлалаа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Танай эргэлзээтэй асуултанд хариулъя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931920"/>
            <a:ext cx="45720" cy="548640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877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WEBSITE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nexcoreplatforms.mn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365760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3931920"/>
            <a:ext cx="45720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hello@nexcoreplatforms.mn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5303520"/>
            <a:ext cx="4572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257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5577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workplace-com.vercel.app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502920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5303520"/>
            <a:ext cx="457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5257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PHONE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5577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+976 7700 0000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Nexcore Platforms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Nexcore Platforms — Pitch Deck</dc:title>
  <dc:subject>PptxGenJS Presentation</dc:subject>
  <dc:creator>Nexcore Platforms</dc:creator>
  <cp:lastModifiedBy>Nexcore Platforms</cp:lastModifiedBy>
  <cp:revision>1</cp:revision>
  <dcterms:created xsi:type="dcterms:W3CDTF">2026-04-25T17:24:02Z</dcterms:created>
  <dcterms:modified xsi:type="dcterms:W3CDTF">2026-04-25T17:24:02Z</dcterms:modified>
</cp:coreProperties>
</file>